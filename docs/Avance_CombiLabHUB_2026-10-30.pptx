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0c3b002e-86f9-ba60-c3f8-e5d5f17fb1a4}">
          <p14:sldIdLst>
            <p14:sldId id="256"/>
          </p14:sldIdLst>
        </p14:section>
        <p14:section name="Proyecto" id="{25825469-b28c-1d55-2bce-80852ce91fa8}">
          <p14:sldIdLst>
            <p14:sldId id="257"/>
            <p14:sldId id="258"/>
          </p14:sldIdLst>
        </p14:section>
        <p14:section name="Lo construido" id="{b1a3976e-9ffe-1ed3-5a8a-12480b32d5c0}">
          <p14:sldIdLst>
            <p14:sldId id="259"/>
            <p14:sldId id="260"/>
          </p14:sldIdLst>
        </p14:section>
        <p14:section name="Pruebas en el laboratorio" id="{63a0c5b1-16cd-6f5e-5281-f75b31fe47b9}">
          <p14:sldIdLst>
            <p14:sldId id="261"/>
            <p14:sldId id="262"/>
            <p14:sldId id="263"/>
            <p14:sldId id="264"/>
          </p14:sldIdLst>
        </p14:section>
        <p14:section name="Siguientes pasos" id="{e028c192-9489-6b17-5497-1a45b4bbc1d0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SF</c:v>
                </c:pt>
              </c:strCache>
            </c:strRef>
          </c:tx>
          <c:spPr>
            <a:solidFill>
              <a:srgbClr val="0FA3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A3B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3C4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5DDE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Docker</c:v>
                  </c:pt>
                  <c:pt idx="1">
                    <c:v>Windows (conda)</c:v>
                  </c:pt>
                  <c:pt idx="2">
                    <c:v>En los dos</c:v>
                  </c:pt>
                  <c:pt idx="3">
                    <c:v>En al menos uno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14</c:v>
                </c:pt>
                <c:pt idx="2">
                  <c:v>13</c:v>
                </c:pt>
                <c:pt idx="3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universitario: CombiLabHUB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Avance del trabajo sobre scoring functions proteína-ligando en CASF-2016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combi-lab · estado al 26 de octubre de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buscamos con el proyecto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990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Evaluar SF publicadas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Reunir scoring functions proteína-ligando de la literatura y medirlas en un mismo benchmark: CASF-2016.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68980" y="123444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345186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518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46220" y="13990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Solo inferencia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20116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Usar los modelos ya entrenados que publican los autores, sin reentrenar ninguna SF.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0760" y="123444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3990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Instalación reproducible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0116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SF con su entorno en Anaconda o Docker, guía de instalación paso a paso y un test propio.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dónde salen las SF a evaluar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3200400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Lista 1 · relevamiento original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SF de Eaves et al. (2026) y Su et al. (2019), con sus repositorios descargados y clasificadas por nivel de dificultad.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09160" y="1234440"/>
            <a:ext cx="397764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83480" y="1417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26060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Lista 2 · revisión de Transformers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Modelos de las diapositivas 22 y 23 de Apresentação.pdf; 13 tienen repositorio público y se revisaron uno por uno.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CombiLabHUB: un plugin por SF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Entorno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environment.yml con versiones fijas y Dockerfile con el commit y el MD5 del modelo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783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Predicción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828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predict_&lt;sf&gt;.py puntúa una carpeta de complejos y escribe pdbid, pKd_predicted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783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126480" y="123444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Test y demo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828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test_1a30.py contra el valor publicado; demo .bat (conda) y docker .bat / .sh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Herramientas: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run_coreset_level1 (core set CASF-2016), evaluate_casf.py (PCC, SD, Spearman, RMSE) y docker_test_all (prueba todas las imágenes).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Repositorio: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oarrua88/combi_lab_hub_tmp (temporal) hasta tener permiso en combilab-furg/combi_lab_hub.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SF instaladas y funcionando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3716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Nivel 1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CPU y modelo listo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ET-Score, GB-Score, OnionNet-2, SFCNN, PLANET, egGNN, GIGN, EHIGN-PLA, saCNN, DEAttentionDTA, RFL-Score, DeepRLI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3716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Nivel 2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Pasos extra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24028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DeepBindGCN, HAC-Net, delta_LinF9_XGB, GraphscoreDTA, IGModel, ConBAP, MMPD-DTA, T-ALPHA, DTITR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13716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Nivel 3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Pesadas, corren en CPU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24028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PointNet / PointTransformer, PIGNet2, BAPA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Todas pasan el test con 1a30 en desarrollo. DeepRLI, MMPD-DTA, T-ALPHA y DTITR son de la Lista 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con 1a30 en la PC del laboratorio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94960" y="1143000"/>
            <a:ext cx="329184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577840" y="1280160"/>
            <a:ext cx="2926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 los dos (13)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10 del Nivel 1 + DeepRLI, MMPD-DTA y DTITR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Solo Docker (3)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RFL-Score, delta_LinF9_XGB* y T-ALPHA*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Solo Windows 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HAC-Net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* Solo corren en Linux, no llevan test en Windows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SF listas que esperan su test en la PC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1206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22960"/>
                <a:gridCol w="1097280"/>
                <a:gridCol w="1097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RFL-Score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HAC-Net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ConBAP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DeepBindGCN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GraphscoreDTA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PIGNet2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43000"/>
            <a:ext cx="2834640" cy="3108960"/>
          </a:xfrm>
          <a:prstGeom prst="roundRect">
            <a:avLst>
              <a:gd name="adj" fmla="val 2581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035040" y="128016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Cómo correrlos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Docker: un solo comando con tools\docker_test_all.bat y los 8 plugins; deja un resumen en resultados_docker.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Windows: doble clic en el demo_&lt;sf&gt;.bat de cada plugin.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resultados reproducen lo publicado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0.7467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PIGNet2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PCC en los 285 complejos de CASF-2016 preparados por los autores; el artículo informa 0.747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371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0.869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T-ALPHA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65176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PCC en CASF-2016 con las features precalculadas de los autores, igual al artículo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23444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371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autores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Nivel 1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65176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ET-Score, SFCNN, saCNN y egGNN dan para 1a30 el mismo pKd que los autores o Eaves et 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 bloqueadas o descartadas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Esperan una descarga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Dynaformer: checkpoints en OneDrive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TopoFormer: modelos en weilab.math.msu.edu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DTA-GTOmega: pesos de OmegaFold (~3 GB)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DBGT-PLA: grafos IChem de los autores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EGNA: perfil HHblits de 1a30 (web)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892040" y="13258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×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Descartadas o no viables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9202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modelo entrenado: CPIScore, DeepTGIN, GITK, TransScore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Solo pre-entrenamiento: PLiSAGE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aplica a CASF-2016: SST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Bases o licencias pesadas: CGraphDTA, P3-Score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Solo API privada: HydraScreen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accent4"/>
                </a:solidFill>
              </a:rPr>
              <a:t>Correr en la PC los tests pendientes de las 9 SF (Docker y Windows)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accent4"/>
                </a:solidFill>
              </a:rPr>
              <a:t>Conseguir las descargas de las 5 SF bloqueadas y armar sus plugins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accent4"/>
                </a:solidFill>
              </a:rPr>
              <a:t>Grabar en video la corrida del core set completo (285 complejos) y calcular el PCC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accent4"/>
                </a:solidFill>
              </a:rPr>
              <a:t>Probar las versiones corregidas de Eaves et al. y preparar el informe comparativo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accent4"/>
                </a:solidFill>
              </a:rPr>
              <a:t>Construir la interfaz para ejecutar cada SF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accent4"/>
                </a:solidFill>
              </a:rPr>
              <a:t>Pasar todo al repositorio oficial cuando estén los permisos</a:t>
            </a:r>
            <a:endParaRPr lang="en-US" sz="17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biLab">
  <a:themeElements>
    <a:clrScheme name="CombiLab">
      <a:dk1>
        <a:srgbClr val="1B2A2F"/>
      </a:dk1>
      <a:lt1>
        <a:srgbClr val="FFFFFF"/>
      </a:lt1>
      <a:dk2>
        <a:srgbClr val="0B3C49"/>
      </a:dk2>
      <a:lt2>
        <a:srgbClr val="EEF4F4"/>
      </a:lt2>
      <a:accent1>
        <a:srgbClr val="0FA3B1"/>
      </a:accent1>
      <a:accent2>
        <a:srgbClr val="F2A541"/>
      </a:accent2>
      <a:accent3>
        <a:srgbClr val="5C7A80"/>
      </a:accent3>
      <a:accent4>
        <a:srgbClr val="B5DDE0"/>
      </a:accent4>
      <a:accent5>
        <a:srgbClr val="2E6F6F"/>
      </a:accent5>
      <a:accent6>
        <a:srgbClr val="D9534F"/>
      </a:accent6>
      <a:hlink>
        <a:srgbClr val="0FA3B1"/>
      </a:hlink>
      <a:folHlink>
        <a:srgbClr val="5C7A80"/>
      </a:folHlink>
    </a:clrScheme>
    <a:fontScheme name="Combi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PROYECTO_UNIVERSIDAD – CombiLabHUB</dc:title>
  <dc:subject>PptxGenJS Presentation</dc:subject>
  <dc:creator>Oscar Arrúa</dc:creator>
  <cp:lastModifiedBy>Oscar Arrúa</cp:lastModifiedBy>
  <cp:revision>1</cp:revision>
  <dcterms:created xsi:type="dcterms:W3CDTF">2026-10-30T11:58:52Z</dcterms:created>
  <dcterms:modified xsi:type="dcterms:W3CDTF">2026-10-30T11:58:52Z</dcterms:modified>
</cp:coreProperties>
</file>